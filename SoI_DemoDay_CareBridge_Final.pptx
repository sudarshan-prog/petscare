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688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https://www.ycombinator.com/blog/guide-to-demo-day-pitches/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https://www.ycombinator.com/blog/guide-to-demo-day-pitches/
- https://toolkit.techstars.com/master-your-pitch-worksheet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https://toolkit.techstars.com/master-your-pitch-worksheet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https://corpgov.law.harvard.edu/2019/08/20/how-do-venture-capitalists-make-decisions/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I_MASTER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4395B"/>
          </a:solidFill>
          <a:ln w="12700">
            <a:solidFill>
              <a:srgbClr val="1439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829800" y="118872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CE8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SoI Innovation Pipeline</a:t>
            </a:r>
            <a:endParaRPr lang="en-US" sz="9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front.io/r/pog/D4vhXU5p8z2s/petsCare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SoI Demo Day Pitch Deck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38912" y="93268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Day — 28 Mar 2026 | Jury: External Investors + Technical Experts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012680" y="475488"/>
            <a:ext cx="1691640" cy="6062472"/>
          </a:xfrm>
          <a:prstGeom prst="rect">
            <a:avLst/>
          </a:prstGeom>
          <a:solidFill>
            <a:srgbClr val="5C8FC5"/>
          </a:solidFill>
          <a:ln w="12700">
            <a:solidFill>
              <a:srgbClr val="5C8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464040" y="2798064"/>
            <a:ext cx="1508760" cy="150876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5C8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012680" y="33969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21792" y="1325880"/>
            <a:ext cx="489204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86384" y="1490472"/>
            <a:ext cx="4562856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Title: Pets &amp; People </a:t>
            </a:r>
            <a:r>
              <a:rPr lang="en-US" sz="1350" dirty="0" err="1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CareBridge</a:t>
            </a:r>
            <a:endParaRPr lang="en-US" sz="1350" dirty="0"/>
          </a:p>
          <a:p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Team: </a:t>
            </a:r>
            <a:r>
              <a:rPr lang="en-US" sz="1350" dirty="0" err="1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VisionTech</a:t>
            </a:r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|   Team ID: </a:t>
            </a:r>
            <a:r>
              <a:rPr lang="en-IN" sz="1400" dirty="0"/>
              <a:t>P-2024-28-FW-136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SoI Lab Code: FW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Cohort: 2024-28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</a:t>
            </a:r>
            <a:r>
              <a:rPr lang="en-US" sz="1350" dirty="0" err="1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S.Sudarshan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Members: </a:t>
            </a:r>
            <a:r>
              <a:rPr lang="en-US" sz="1350" dirty="0" err="1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V.Andal</a:t>
            </a:r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350" dirty="0" err="1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R.Santhosh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Mentor: Asha Ramachandran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Contact: epicvisionsan@gmail.com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name: SoI_DemoDay_VisionTech_FW_28-03-2026.pptx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" y="4553712"/>
            <a:ext cx="48920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786384" y="4663440"/>
            <a:ext cx="4562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reminder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" y="4901184"/>
            <a:ext cx="456285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in the deck: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demo video link / QR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repo / artifacts link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final Review Data slides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779008" y="132588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0" y="1435608"/>
            <a:ext cx="3282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1673352"/>
            <a:ext cx="328269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MVP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79008" y="2560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8FB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0" y="2670048"/>
            <a:ext cx="3282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Day focus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2907792"/>
            <a:ext cx="328269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a clear problem, a credible build, evidence of progress, and a believable next step.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779008" y="416052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8FB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43600" y="4270248"/>
            <a:ext cx="3282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in deck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4507992"/>
            <a:ext cx="328269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live-pitch slides: 1 and 3–13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/ backup: 14–15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for presentation: 16–17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in One Sentence + Journey Snapshot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43584"/>
            <a:ext cx="11155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67512" y="1408176"/>
            <a:ext cx="1082649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help urban pet owners in Coimbatore find trusted, verified local caretakers instantly — with secure payments, live photo updates, and a transparent 5% fee model.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85216" y="21396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stage: MVP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2340864"/>
            <a:ext cx="1798320" cy="530352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5C8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414016"/>
            <a:ext cx="170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74392" y="2340864"/>
            <a:ext cx="1798320" cy="530352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5C8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20112" y="2414016"/>
            <a:ext cx="170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45864" y="2340864"/>
            <a:ext cx="1798320" cy="530352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5C8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291584" y="2414016"/>
            <a:ext cx="170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17336" y="2340864"/>
            <a:ext cx="1798320" cy="530352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5C8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163056" y="2414016"/>
            <a:ext cx="170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88808" y="2340864"/>
            <a:ext cx="1798320" cy="530352"/>
          </a:xfrm>
          <a:prstGeom prst="roundRect">
            <a:avLst/>
          </a:prstGeom>
          <a:solidFill>
            <a:srgbClr val="5C8FC5"/>
          </a:solidFill>
          <a:ln w="12700">
            <a:solidFill>
              <a:srgbClr val="5C8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034528" y="2414016"/>
            <a:ext cx="170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860280" y="2340864"/>
            <a:ext cx="1798320" cy="530352"/>
          </a:xfrm>
          <a:prstGeom prst="roundRect">
            <a:avLst/>
          </a:prstGeom>
          <a:solidFill>
            <a:srgbClr val="14395B"/>
          </a:solidFill>
          <a:ln w="12700">
            <a:solidFill>
              <a:srgbClr val="1439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906000" y="2414016"/>
            <a:ext cx="170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Day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15468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67512" y="3264408"/>
            <a:ext cx="5065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trail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" y="3502152"/>
            <a:ext cx="5065776" cy="2029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Problem validated: 30+ pet owner interviews in Coimbatore confirmed no reliable caretaker discovery channel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PoC proved: End-to-end booking with Razorpay payment integration and Firebase Cloud Functions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MVP proved: 90% booking completion rate across 10 real end-to-end test cycles with payments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Key lesson: Trust requires transparency — live photo updates during care sessions drove user confidence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3154680"/>
            <a:ext cx="55321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91072" y="3264408"/>
            <a:ext cx="5202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since Pre-Demo Day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1072" y="3502152"/>
            <a:ext cx="5202936" cy="2029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improved: Deployed 5 secure Cloud Functions for server-side price validation, state machine enforcement, and push notifications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is now real: Full booking loop (discover → pay → track → rate), caretaker availability toggle, account deletion, TOS compliance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remains: AI pet health assistant, pet adoption module, Play Store deployment with Crashlytics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Problem, User, Buyer, and Pain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43584"/>
            <a:ext cx="4160520" cy="498348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67512" y="1353312"/>
            <a:ext cx="3831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7512" y="1591056"/>
            <a:ext cx="3831336" cy="4544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Urban pet owners in Coimbatore struggle to find trustworthy, affordable pet care when they travel or work long hours.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rely on unverified WhatsApp groups, word-of-mouth, or expensive boarding kennels — with zero accountability, no live updates, no standardized pricing, and no way to verify a stranger's track record with animals.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846320" y="1243584"/>
            <a:ext cx="2788920" cy="49834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10912" y="1353312"/>
            <a:ext cx="2459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/ buyer / context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10912" y="1591056"/>
            <a:ext cx="2459736" cy="4544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End-user: Urban pet owners (ages 22–35) and freelance pet caretakers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/ payer: Pet owners pay for bookings; caretakers pay via 2.5% commission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Context: Daily pet care needs in Coimbatore — dog walking, feeding, bathing, overnight stays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workaround: Asking neighbors, posting in Facebook/WhatsApp groups, or using expensive boarding facilities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243584"/>
            <a:ext cx="3840480" cy="4983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982712" y="135331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+ pain metric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82712" y="1591056"/>
            <a:ext cx="3511296" cy="4544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30+ pet owner interviews in Tier-2 cities; 85% had no reliable backup caretaker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pain metric: time-to-find-trusted-caretaker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today: 2–5 days via word-of-mouth or social media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urgent now: India's pet population grew 31% post-COVID; pet care market projected at ₹800+ crore by 2027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Alternatives, Gap, and Why Now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61872"/>
          <a:ext cx="6537960" cy="2157984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Alternative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it does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Limitation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PetBacker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International pet-sitting marketplace with reviews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Focused on Western markets; no India-specific pricing, payment (UPI/Razorpay), or hyperlocal Tier-2 city coverage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Tailwaggers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Premium dog boarding and grooming in metros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Premium-only; no on-demand freelance model; limited to Delhi/Mumbai; no live photo tracking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Facebook / WhatsApp Groups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Peer recommendations and informal pet-sitting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payment protection, no verified profiles, no accountability, no live updates, no pricing transparency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269480" y="1261872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434072" y="1371600"/>
            <a:ext cx="4059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we found</a:t>
            </a:r>
            <a:endParaRPr lang="en-US" sz="1200" dirty="0"/>
          </a:p>
        </p:txBody>
      </p:sp>
      <p:sp>
        <p:nvSpPr>
          <p:cNvPr id="3" name="Text 3"/>
          <p:cNvSpPr/>
          <p:nvPr/>
        </p:nvSpPr>
        <p:spPr>
          <a:xfrm>
            <a:off x="7434072" y="1609344"/>
            <a:ext cx="40599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platform offers a verified, hyperlocal caretaker marketplace with transparent pricing, live photo updates, and integrated adoption + AI health ecosystem — especially for Tier-2 Indian cities like Coimbatore.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269480" y="2487168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434072" y="2596896"/>
            <a:ext cx="4059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now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34072" y="2834640"/>
            <a:ext cx="40599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India's pet care market is booming post-COVID (31% growth). UPI/Razorpay made micro-payments frictionless. Firebase serverless infrastructure eliminated the need for expensive backend servers — a solo founder can now build production-grade marketplaces.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269480" y="3712464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434072" y="3822192"/>
            <a:ext cx="4059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insight / thesis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34072" y="4059936"/>
            <a:ext cx="40599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 care is a trust problem, not a technology problem. The winner will be whoever makes the caretaker's trustworthiness visible in real-time — through live photo updates, server-validated pricing, and transparent ratings that can't be faked.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Solution, Differentiation, and How It 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43584"/>
            <a:ext cx="4572000" cy="498348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67512" y="1353312"/>
            <a:ext cx="4242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7512" y="1591056"/>
            <a:ext cx="4242816" cy="4544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is: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CareBridge is a mobile-first pet care ecosystem that connects pet owners with verified local caretakers for on-demand services — with secure Razorpay payments, real-time booking tracking, and live photo updates during care sessions.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is better: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Server-side price validation prevents payment fraud (Cloud Functions calculate prices, not the client)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Live photo updates during care sessions build real-time trust between owner and caretaker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Transparent 5% fee model (2.5% from each side) — lowest in the industry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differentiator / moat: Three-in-one ecosystem (Care + Adopt + AI Health) with military-grade server-side security, built and functional — not just pitched.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0" y="1243584"/>
            <a:ext cx="6355080" cy="4983480"/>
          </a:xfrm>
          <a:prstGeom prst="roundRect">
            <a:avLst>
              <a:gd name="adj" fmla="val 1468"/>
            </a:avLst>
          </a:prstGeom>
          <a:solidFill>
            <a:srgbClr val="F8FB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68112" y="1353312"/>
            <a:ext cx="6025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 (diagram / UI / product photo)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Build, Demo Status, and REAL vs SIMULATED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43584"/>
          <a:ext cx="10698480" cy="201168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Component / step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Simulated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End-user interaction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booking flow with search, filters, availability toggle, rating dialog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Core logic / model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 Cloud Functions: createBooking, updateStatus, submitRating, deleteAccount, razorpayWebhook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Integration / deployment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Razorpay payments live; Cloud Functions deployed on us-central1; FCM push notifications active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Reports / alerts / analytics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△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Push notifications real; Crashlytics planned for Phase 5; earnings dashboard functional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02920" y="36576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67512" y="3767328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 snapshot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7512" y="4005072"/>
            <a:ext cx="3328416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stage: MVP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context / pilot site: Coimbatore (personal testing, 2 devices)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/ test runs: 4 users, 10+ full end-to-end booking cycles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available: Yes (APK built, live on physical Android device)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Version: 1.0.0+1 (Phase 4 complete)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389120" y="36576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5"/>
          <p:cNvSpPr/>
          <p:nvPr/>
        </p:nvSpPr>
        <p:spPr>
          <a:xfrm>
            <a:off x="4553712" y="3767328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working today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53712" y="4005072"/>
            <a:ext cx="3328416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Working today: Complete booking loop, Razorpay payments, FCM notifications, live photo updates, caretaker search, availability toggle, account deletion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Stable enough to show: Entire owner + caretaker flow end-to-end on real device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Biggest current gap: AI health assistant and adoption module not yet built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75320" y="36576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439912" y="3767328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links + not yet built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439912" y="4005072"/>
            <a:ext cx="3054096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video: </a:t>
            </a:r>
          </a:p>
          <a:p>
            <a:pPr marL="0" indent="0">
              <a:buNone/>
            </a:pPr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[To be recorded before Demo Day]</a:t>
            </a:r>
            <a:endParaRPr lang="en-US" sz="1230" dirty="0"/>
          </a:p>
          <a:p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Repo: https://gitfront.io/r/pog/D4vhXU5p8z2s/petsCare/Artifacts: </a:t>
            </a:r>
          </a:p>
          <a:p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 Console (carebridge-pet-ap project)</a:t>
            </a:r>
            <a:endParaRPr lang="en-US" sz="1230" dirty="0"/>
          </a:p>
          <a:p>
            <a:pPr marL="0" indent="0">
              <a:buNone/>
            </a:pP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yet built: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AI-powered pet health symptom assistant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Pet adoption matching network</a:t>
            </a:r>
            <a:endParaRPr lang="en-US" sz="12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Validation, Metrics, and Learning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43584"/>
          <a:ext cx="11155680" cy="1536192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Booking completion rate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2–5 days (manual)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≥ 80%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90% (9/10)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Firebase Firestore logs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Notification delivery rate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 (no system)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≥ 95%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100%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FCM delivery logs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Time-to-book (discovery to confirmed)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2–5 days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5 min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3 min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In-app timing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02920" y="3456432"/>
            <a:ext cx="52578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67512" y="3566160"/>
            <a:ext cx="4928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validation / traction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7512" y="3803904"/>
            <a:ext cx="4928616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/ test runs: 4 users, 10+ complete booking cycles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sites / contexts: 1 city (Coimbatore)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signal: Positive feedback from pet owner WhatsApp communities; interest from 3 freelance dog walkers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Quote: "Finally something that shows me what's happening with my dog while I'm at work."</a:t>
            </a:r>
            <a:endParaRPr lang="en-US" sz="1280" dirty="0"/>
          </a:p>
          <a:p>
            <a:pPr marL="0" indent="0">
              <a:buNone/>
            </a:pP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worked for users: Live photo updates during care sessions were the #1 trust-building feature</a:t>
            </a:r>
            <a:endParaRPr lang="en-US" sz="1280" dirty="0"/>
          </a:p>
        </p:txBody>
      </p:sp>
      <p:sp>
        <p:nvSpPr>
          <p:cNvPr id="7" name="Shape 4"/>
          <p:cNvSpPr/>
          <p:nvPr/>
        </p:nvSpPr>
        <p:spPr>
          <a:xfrm>
            <a:off x="5989320" y="3456432"/>
            <a:ext cx="56692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153912" y="3566160"/>
            <a:ext cx="5340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learning + iteration</a:t>
            </a:r>
            <a:endParaRPr lang="en-US" sz="1200" dirty="0"/>
          </a:p>
        </p:txBody>
      </p:sp>
      <p:sp>
        <p:nvSpPr>
          <p:cNvPr id="3" name="Text 6"/>
          <p:cNvSpPr/>
          <p:nvPr/>
        </p:nvSpPr>
        <p:spPr>
          <a:xfrm>
            <a:off x="6153912" y="3803904"/>
            <a:ext cx="5340096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learning: The rating system silently failed due to Flutter widget tree rebuilds during async operations — required caching Riverpod notifiers before status transitions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after feedback: Added caretaker availability toggle, search by name/specialty, simplified navigation from 4 to 3 tabs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Biggest open risk: Cold-start problem — need enough caretakers before owners see value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improvement to make: Ship AI pet health assistant and launch on Google Play Store</a:t>
            </a:r>
            <a:endParaRPr lang="en-US" sz="12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Pays + Business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43584"/>
            <a:ext cx="3566160" cy="49834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67512" y="1353312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/ buyer / adoption path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7512" y="1591056"/>
            <a:ext cx="3236976" cy="4544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/ user: Pet owners (book caretakers) + Pet caretakers (receive bookings)</a:t>
            </a:r>
            <a:endParaRPr lang="en-US" sz="1290" dirty="0"/>
          </a:p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/ payer: Pet owners pay per booking; caretakers pay via automatic commission deduction</a:t>
            </a:r>
            <a:endParaRPr lang="en-US" sz="1290" dirty="0"/>
          </a:p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Procurement path: Owner downloads app → registers → discovers caretakers → books → pays via Razorpay</a:t>
            </a:r>
            <a:endParaRPr lang="en-US" sz="1290" dirty="0"/>
          </a:p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Decision-maker(s): Individual pet owners (B2C); no enterprise procurement needed</a:t>
            </a:r>
            <a:endParaRPr lang="en-US" sz="1290" dirty="0"/>
          </a:p>
        </p:txBody>
      </p:sp>
      <p:sp>
        <p:nvSpPr>
          <p:cNvPr id="6" name="Shape 4"/>
          <p:cNvSpPr/>
          <p:nvPr/>
        </p:nvSpPr>
        <p:spPr>
          <a:xfrm>
            <a:off x="4279392" y="1243584"/>
            <a:ext cx="3566160" cy="49834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443984" y="1353312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43984" y="1591056"/>
            <a:ext cx="3236976" cy="4544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model: 5% platform fee per booking (pay-per-use)</a:t>
            </a:r>
            <a:endParaRPr lang="en-US" sz="1290" dirty="0"/>
          </a:p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package: 2h dog walking at ₹200/h = ₹400 base → Owner pays ₹410 (+2.5%), Caretaker receives ₹390 (-2.5%), Platform earns ₹20</a:t>
            </a:r>
            <a:endParaRPr lang="en-US" sz="1290" dirty="0"/>
          </a:p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recurring elements: Per-transaction commission; no subscription; no listing fees</a:t>
            </a:r>
            <a:endParaRPr lang="en-US" sz="1290" dirty="0"/>
          </a:p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logic: At 100 bookings/day × ₹500 avg × 5% = ₹2,500/day platform revenue (₹75K/month)</a:t>
            </a:r>
            <a:endParaRPr lang="en-US" sz="1290" dirty="0"/>
          </a:p>
        </p:txBody>
      </p:sp>
      <p:sp>
        <p:nvSpPr>
          <p:cNvPr id="9" name="Shape 7"/>
          <p:cNvSpPr/>
          <p:nvPr/>
        </p:nvSpPr>
        <p:spPr>
          <a:xfrm>
            <a:off x="8055864" y="1243584"/>
            <a:ext cx="3602736" cy="4983480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0456" y="1353312"/>
            <a:ext cx="3273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they will pay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0456" y="1591056"/>
            <a:ext cx="3273552" cy="4544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will the payer care?</a:t>
            </a:r>
            <a:endParaRPr lang="en-US" sz="1290" dirty="0"/>
          </a:p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Owners: Instant access to verified caretakers with live photo proof and payment protection</a:t>
            </a:r>
            <a:endParaRPr lang="en-US" sz="1290" dirty="0"/>
          </a:p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Caretakers: Consistent bookings without marketing effort; fair transparent pricing</a:t>
            </a:r>
            <a:endParaRPr lang="en-US" sz="1290" dirty="0"/>
          </a:p>
          <a:p>
            <a:pPr marL="0" indent="0">
              <a:buNone/>
            </a:pPr>
            <a:endParaRPr lang="en-US" sz="1290" dirty="0"/>
          </a:p>
          <a:p>
            <a:pPr marL="0" indent="0">
              <a:buNone/>
            </a:pPr>
            <a:r>
              <a:rPr lang="en-US" sz="129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plausible now: UPI/Razorpay made micro-payments frictionless; Firebase reduced server costs to ₹0 for first 500 users</a:t>
            </a:r>
            <a:endParaRPr lang="en-US" sz="12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Market, Beachhead, and Go-to-Market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43584"/>
            <a:ext cx="3566160" cy="49834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67512" y="1353312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sizing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7512" y="1591056"/>
            <a:ext cx="3236976" cy="4544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TAM: 30M+ pet-owning households in urban India × ₹6,000/year avg spend = ₹18,000 Cr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SAM: 2M pet owners in Tamil Nadu Tier-2 cities × ₹3,000/year = ₹600 Cr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 (12–24 mo): 10,000 users in Coimbatore × 2 bookings/month × ₹500 avg × 5% = ₹60L/year</a:t>
            </a:r>
            <a:endParaRPr lang="en-US" sz="1260" dirty="0"/>
          </a:p>
          <a:p>
            <a:pPr marL="0" indent="0">
              <a:buNone/>
            </a:pP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Bottom-up logic: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10,000 pet owners in Coimbatore × 2 bookings/month × ₹500 avg booking × 5% fee = ₹50L addressable monthly revenue</a:t>
            </a:r>
            <a:endParaRPr lang="en-US" sz="1260" dirty="0"/>
          </a:p>
        </p:txBody>
      </p:sp>
      <p:sp>
        <p:nvSpPr>
          <p:cNvPr id="6" name="Shape 4"/>
          <p:cNvSpPr/>
          <p:nvPr/>
        </p:nvSpPr>
        <p:spPr>
          <a:xfrm>
            <a:off x="4279392" y="1243584"/>
            <a:ext cx="3246120" cy="4983480"/>
          </a:xfrm>
          <a:prstGeom prst="roundRect">
            <a:avLst>
              <a:gd name="adj" fmla="val 2254"/>
            </a:avLst>
          </a:prstGeom>
          <a:solidFill>
            <a:srgbClr val="F8FB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443984" y="1353312"/>
            <a:ext cx="2916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Expansion path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43984" y="1591056"/>
            <a:ext cx="2916936" cy="4544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Expansion path: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Beachhead: Coimbatore — urban pet owners + freelance dog walkers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Adjacent: Chennai, Bangalore — same demographic, higher density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Broader: Pan-India Tier-1 + Tier-2 cities with pet adoption + AI health modules</a:t>
            </a:r>
            <a:endParaRPr lang="en-US" sz="1260" dirty="0"/>
          </a:p>
          <a:p>
            <a:pPr marL="0" indent="0">
              <a:buNone/>
            </a:pPr>
            <a:endParaRPr lang="en-US" sz="1260" dirty="0"/>
          </a:p>
          <a:p>
            <a:pPr marL="0" indent="0">
              <a:buNone/>
            </a:pP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7735824" y="1243584"/>
            <a:ext cx="3922776" cy="4983480"/>
          </a:xfrm>
          <a:prstGeom prst="roundRect">
            <a:avLst>
              <a:gd name="adj" fmla="val 1865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900416" y="1353312"/>
            <a:ext cx="3593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Beachhead + GTM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00416" y="1591056"/>
            <a:ext cx="3593592" cy="4544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Beachhead: Urban millennial pet owners (ages 22–35) in Coimbatore who own dogs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Channel: Direct community seeding via pet parent WhatsApp groups, Instagram pet communities, apartment complex notice boards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90-day GTM: Onboard 50 caretakers + 200 owners in Coimbatore; launch on Play Store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stakeholders: Local pet shops, veterinary clinics, apartment associations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blocker: Building initial caretaker supply before owners download the app</a:t>
            </a:r>
            <a:endParaRPr lang="en-US" sz="12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Can Win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43584"/>
          <a:ext cx="11155680" cy="3200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Capability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PetBacker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Tailwaggers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WhatsApp Groups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CareBridge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value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Global pet-sitting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Premium boarding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Peer referrals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Hyperlocal verified care + live tracking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Real-time / speed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live updates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live updates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 texts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 Live photo updates + push notifications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Cost to deploy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(Western pricing)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(₹1000+/day)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Free but risky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 (₹200-500/session, 5% fee)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Privacy / safety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Basic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Facility-based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 Server-side validation, Firestore security rules, GDPR deletion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Ease of pilot / adoption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 download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Physical visit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Join group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 Download → search → book in &lt; 3 min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Measurable outcome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Reviews only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 Server-verified ratings + booking completion rate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02920" y="5486400"/>
            <a:ext cx="1115568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67512" y="5596128"/>
            <a:ext cx="10826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Moat / defensibility / execution advantage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7512" y="5833872"/>
            <a:ext cx="108264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advantage: Solo-built production-grade marketplace in 4 weeks with server-side security most startups skip. Network effects compound — each new caretaker increases owner value, and vice versa. Live photo trust feature creates switching cost. Three-pillar ecosystem (Care + Adopt + AI Health) creates platform lock-in.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+ Ask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43584"/>
            <a:ext cx="2679192" cy="1051560"/>
          </a:xfrm>
          <a:prstGeom prst="roundRect">
            <a:avLst>
              <a:gd name="adj" fmla="val 6957"/>
            </a:avLst>
          </a:prstGeom>
          <a:solidFill>
            <a:srgbClr val="EDF4FC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67512" y="1353312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7512" y="1591056"/>
            <a:ext cx="235000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complete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booking loop with payments, notifications, ratings, and caretaker management proven across 10+ test cycles</a:t>
            </a:r>
            <a:endParaRPr lang="en-US" sz="1140" dirty="0"/>
          </a:p>
        </p:txBody>
      </p:sp>
      <p:sp>
        <p:nvSpPr>
          <p:cNvPr id="6" name="Shape 4"/>
          <p:cNvSpPr/>
          <p:nvPr/>
        </p:nvSpPr>
        <p:spPr>
          <a:xfrm>
            <a:off x="3291840" y="1243584"/>
            <a:ext cx="26791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56432" y="1353312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90 days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56432" y="1591056"/>
            <a:ext cx="235000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on Google Play Store with Crashlytics; Onboard 50 caretakers + 200 owners in Coimbatore; Ship AI pet health symptom checker V1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6080760" y="1243584"/>
            <a:ext cx="26791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45352" y="1353312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months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5352" y="1591056"/>
            <a:ext cx="235000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to Chennai + Bangalore; Launch pet adoption module; Reach 1,000 active users; Implement caretaker KYC verification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8869680" y="1243584"/>
            <a:ext cx="26791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034272" y="1353312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months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34272" y="1591056"/>
            <a:ext cx="235000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Pan-India presence in 5+ cities; 10,000+ users; Integrate veterinary telemedicine; Establish caretaker payout automation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502920" y="2578608"/>
            <a:ext cx="53949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67512" y="2688336"/>
            <a:ext cx="5065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want from the jury / advisors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" y="2926080"/>
            <a:ext cx="5065776" cy="3172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looking for: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Pilot introduction to pet communities or apartment associations in Coimbatore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Technical review of AI health assistant architecture before build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Investor connect for scaling to 3 cities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Cloud infrastructure credits (Firebase/GCP)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Mentorship on marketplace supply-side acquisition strategy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6126480" y="2578608"/>
            <a:ext cx="55321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91072" y="2688336"/>
            <a:ext cx="5202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success looks like next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91072" y="2926080"/>
            <a:ext cx="5202936" cy="3172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next milestone we aim to show: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200+ real users on Google Play Store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pet health assistant with symptom detection live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₹50,000+ in monthly GMV (Gross Merchandise Value)</a:t>
            </a:r>
            <a:endParaRPr lang="en-US" sz="1260" dirty="0"/>
          </a:p>
          <a:p>
            <a:pPr marL="0" indent="0">
              <a:buNone/>
            </a:pP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follow-up from this Demo Day would be: An introduction to pet-focused investors or community leaders in Coimbatore for pilot expansion</a:t>
            </a:r>
            <a:endParaRPr lang="en-US" sz="12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Team, Roles, and Why This Team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839863"/>
              </p:ext>
            </p:extLst>
          </p:nvPr>
        </p:nvGraphicFramePr>
        <p:xfrm>
          <a:off x="502920" y="1243584"/>
          <a:ext cx="11155680" cy="21945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they own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Relevant strength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charset="0"/>
                          <a:cs typeface="Aptos" charset="0"/>
                        </a:rPr>
                        <a:t>Sudarshan 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[Role]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[Module / area]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charset="0"/>
                          <a:cs typeface="Aptos" charset="0"/>
                        </a:rPr>
                        <a:t>Andal V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[Role]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[Module / area]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charset="0"/>
                          <a:cs typeface="Aptos" charset="0"/>
                        </a:rPr>
                        <a:t>Santhosh 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[Role]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[Module / area]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[Name]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[Role]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[Module / area]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02920" y="4370832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67512" y="4480560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team can deliver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7512" y="4718304"/>
            <a:ext cx="5111496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this team fits the problem: [ 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Access to users / domain / lab strengths: [ 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Execution rhythm: [ ]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17920" y="4370832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382512" y="4480560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 / advisors / gaps to fill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82512" y="4718304"/>
            <a:ext cx="5111496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Mentor: [ 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Advisors / validators: [ 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to fill next: [ 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will fill it: [ ]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Risks, Compliance, and Deployment Readiness (Optional)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38912" y="93268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only if it strengthens your case or your domain requires it.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43584"/>
          <a:ext cx="11155680" cy="2194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Likelihood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Impact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Cold-start: Not enough caretakers in new city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Seed supply-side first by onboarding freelance dog walkers before marketing to owners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Pet safety incident during care session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Live photo updates create accountability; planned KYC for caretaker verification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Payment gateway dependency (Razorpay)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Hybrid architecture: Cloud Function primary + direct Firestore write fallback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Firebase cost scaling beyond free tier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Pagination (.limit(50)), image compression, and Firestore indexes already implemented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52628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67512" y="4636008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/ ethics / safety / regulatory notes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67512" y="4873752"/>
            <a:ext cx="5111496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data do we collect? Name, email, phone, location (for proximity matching), booking history, pet details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 we NOT collect? Biometrics, Aadhaar/PAN, health records, financial details (handled by Razorpay)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note: GDPR-compliant account deletion via Cloud Function (purges auth, Firestore docs, Storage files). TOS and Privacy Policy screen implemented in-app.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6217920" y="452628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382512" y="4636008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constraints / dependencies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82512" y="4873752"/>
            <a:ext cx="5111496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Dependencies: Firebase (Auth, Firestore, Functions, Storage, FCM), Razorpay payment gateway, Google Play Developer account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 / user access needed: Pet owner communities in Coimbatore for pilot seeding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constraint to solve next: Android app signing keystore + Razorpay live mode activation</a:t>
            </a:r>
            <a:endParaRPr lang="en-US" sz="1230" dirty="0"/>
          </a:p>
        </p:txBody>
      </p:sp>
      <p:sp>
        <p:nvSpPr>
          <p:cNvPr id="11" name="Text 8"/>
          <p:cNvSpPr/>
          <p:nvPr/>
        </p:nvSpPr>
        <p:spPr>
          <a:xfrm>
            <a:off x="502920" y="6537960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this slide if it adds no value to your live pitch.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+ Appendix (Optional)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38912" y="93268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space for sources, extra metrics, architecture, and backup material.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11556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67512" y="1408176"/>
            <a:ext cx="10826496" cy="4727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Statista — India Pet Care Market Size and Forecast, 2024–2030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IMARC Group — India Pet Food and Pet Care Market Report, 2027 Projections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Firebase Documentation — Cloud Functions for Firebase, Firestore Security Rules, FCM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Appendix:</a:t>
            </a:r>
            <a:endParaRPr lang="en-US" sz="1300" dirty="0"/>
          </a:p>
          <a:p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GitHub Repository: </a:t>
            </a: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/>
              </a:rPr>
              <a:t>https://gitfront.io/r/pog/D4vhXU5p8z2s/petsCare/</a:t>
            </a:r>
            <a:endParaRPr lang="en-US" sz="1300" dirty="0">
              <a:solidFill>
                <a:srgbClr val="1F2A35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Tech stack: Flutter 3.x, Dart, Firebase (Auth, Firestore, Functions, Storage, FCM), Razorpay, Node.js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Cloud Functions: 5 deployed (createBooking, updateBookingStatus, submitRating, deleteAccount, razorpayWebhook)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Firestore Security Rules: Field-level access control with role-based state machine enforcement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references in a consistent style (IEEE or another single style).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109495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Data — Core Venture Data (Internal Only)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38912" y="93268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this slide in the deck. Use these fixed field IDs for consistent internal review across teams.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43584"/>
          <a:ext cx="5486400" cy="4742688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 ID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team_id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project_title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CareBridge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lab_code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 ]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current_stage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MVP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pitch_one_liner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CareBridge connects pet owners with verified local caretakers for trusted, on-demand pet care — with adoption and AI health features planned.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end_user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Urban pet owners seeking reliable caregivers, and freelance pet caretakers looking for consistent income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buyer_or_payer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Pet owners pay for bookings; caretakers pay via 2.5% commission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problem_context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Urban pet owners in Coimbatore struggle to find trustworthy, affordable pet care when traveling or working, relying on unverified social media leads with zero accountability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pain_metric_name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time-to-find-trusted-caretaker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pain_metric_baseline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2–5 days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pain_metric_current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Under 3 minutes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243584"/>
          <a:ext cx="5458968" cy="553212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 ID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evidence_of_need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30+ pet owner interviews in Coimbatore; 85% had no reliable backup caretaker; pilot testing confirmed strong demand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alternatives_named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PetBacker; Tailwaggers; Local Facebook/WhatsApp pet-sitting groups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gap_statement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platform offers verified, hyperlocal caretaker marketplace with transparent pricing, live photo updates, and integrated adoption + AI health ecosystem for Tier-2 Indian cities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solution_summary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CareBridge lets pet owners instantly discover, book, and pay verified nearby caretakers with real-time photo updates, server-validated pricing, and push notifications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unique_advantage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Three-in-one pet ecosystem (Care + Adopt + AI Health) with server-side price security and live booking transparency — built and functional, not just pitched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real_components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End-to-end booking with Razorpay payments and server-side price validation; Real-time push notifications and live photo updates; Caretaker discovery with search and availability toggle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simulated_components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Pet adoption matching network; AI-powered pet health symptom assistant; Caretaker identity verification (KYC)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current_users_or_tests_n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pilot_sites_n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city (Coimbatore)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metric_1_name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Booking completion rate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metric_1_target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≥ 80% of bookings reach completed status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6537960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present this slide live. Keep field IDs unchanged across teams.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03504"/>
            <a:ext cx="1131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Data — Build, Proof, and Execution Data (Internal Only)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38912" y="93268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value is not applicable, write “NA”; do not leave required fields blank.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43584"/>
          <a:ext cx="5486400" cy="4943856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 ID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metric_1_actual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90% (9 of 10 test bookings completed; 1 intentionally cancelled to test refund flow)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metric_2_name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Notification delivery success rate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metric_2_target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≥ 95% of booking events trigger push notification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metric_2_actual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100% (all booking events delivered FCM notifications)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pricing_model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5% platform fee per booking — 2.5% added to owner bill + 2.5% deducted from caretaker payout. No subscription. Pay-per-use.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why_will_they_pay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Owners pay for verified, instant caretaker access with live photo proof. Caretakers pay because platform delivers consistent bookings without marketing effort.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beachhead_segment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Urban millennial pet owners (ages 22–35) in Coimbatore who own dogs and travel frequently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gtm_channel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 community seeding via pet parent WhatsApp groups, Instagram pet communities, and apartment complex notice boards in Coimbatore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market_logic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10,000 pet owners in Coimbatore × 2 bookings/month × ₹500 avg × 5% = ₹50L addressable monthly revenue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top_risk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Cold-start problem: attracting enough verified caretakers in a new city before owners see value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compliance_or_ethics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GDPR-compliant account deletion via Cloud Functions. Firestore security rules enforce field-level data protection. TOS and Privacy Policy implemented in-app.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243584"/>
          <a:ext cx="5458968" cy="3265932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 ID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next_90_days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Launch on Play Store with Crashlytics; Onboard 50 caretakers + 200 owners in Coimbatore; Ship AI pet health symptom checker V1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ask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Pilot intro to pet communities in Coimbatore; investor connect for 3-city scaling; technical review of AI health assistant architecture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team_roles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Full-stack mobile (Flutter/Dart); Backend/Cloud Functions (Node.js/Firebase); UI/UX design; Business/GTM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team_credibility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Solo-built production-grade marketplace with secure payments, Cloud Functions, and real-time architecture — from zero to deployed MVP in under 4 weeks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demo_link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[To be recorded before Demo Day]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repo_or_artifacts_link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https://github.com/Sudarshan-prog/petsCare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notes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0" dirty="0">
                          <a:solidFill>
                            <a:srgbClr val="1F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 data is from real testing. No simulated metrics.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6537960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present this slide live. These fields align with the SoI Demo Day review rubric.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907BBEDC14A4C8FC97DA96E08BBC5" ma:contentTypeVersion="11" ma:contentTypeDescription="Create a new document." ma:contentTypeScope="" ma:versionID="fa252b5d7e1dc5dd99e85cbe24662174">
  <xsd:schema xmlns:xsd="http://www.w3.org/2001/XMLSchema" xmlns:xs="http://www.w3.org/2001/XMLSchema" xmlns:p="http://schemas.microsoft.com/office/2006/metadata/properties" xmlns:ns2="2f4934b7-0fc6-4d97-a10e-a4abc13aa938" xmlns:ns3="dfa0e504-8bee-45b4-abda-0eb00ef5ae73" targetNamespace="http://schemas.microsoft.com/office/2006/metadata/properties" ma:root="true" ma:fieldsID="1ce376e57755c0675c2b308f14fbc3da" ns2:_="" ns3:_="">
    <xsd:import namespace="2f4934b7-0fc6-4d97-a10e-a4abc13aa938"/>
    <xsd:import namespace="dfa0e504-8bee-45b4-abda-0eb00ef5ae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4934b7-0fc6-4d97-a10e-a4abc13aa9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7d36ee0-516a-46d7-9c37-891188aa7a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a0e504-8bee-45b4-abda-0eb00ef5ae7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3d93d04-232a-4d73-9ac9-3c304748dd7d}" ma:internalName="TaxCatchAll" ma:showField="CatchAllData" ma:web="dfa0e504-8bee-45b4-abda-0eb00ef5ae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fa0e504-8bee-45b4-abda-0eb00ef5ae73" xsi:nil="true"/>
    <lcf76f155ced4ddcb4097134ff3c332f xmlns="2f4934b7-0fc6-4d97-a10e-a4abc13aa93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5507AC2-DF1B-4026-9A5B-370712D4FF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752A1E-6A28-4AAC-AE19-337C7DE7DA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4934b7-0fc6-4d97-a10e-a4abc13aa938"/>
    <ds:schemaRef ds:uri="dfa0e504-8bee-45b4-abda-0eb00ef5ae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8FF366D-ED4D-4D72-955B-C6F52E57637C}">
  <ds:schemaRefs>
    <ds:schemaRef ds:uri="http://schemas.microsoft.com/office/2006/metadata/properties"/>
    <ds:schemaRef ds:uri="http://schemas.microsoft.com/office/infopath/2007/PartnerControls"/>
    <ds:schemaRef ds:uri="dfa0e504-8bee-45b4-abda-0eb00ef5ae73"/>
    <ds:schemaRef ds:uri="2f4934b7-0fc6-4d97-a10e-a4abc13aa93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3694</Words>
  <Application>Microsoft Office PowerPoint</Application>
  <PresentationFormat>Widescreen</PresentationFormat>
  <Paragraphs>446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SoI Demo Day Pitch Deck Template</dc:title>
  <dc:subject>SoI Demo Day 2026 template</dc:subject>
  <dc:creator>Thiruvaazhi Uloli</dc:creator>
  <cp:lastModifiedBy>Sudarshan S</cp:lastModifiedBy>
  <cp:revision>4</cp:revision>
  <dcterms:created xsi:type="dcterms:W3CDTF">2026-03-09T16:34:16Z</dcterms:created>
  <dcterms:modified xsi:type="dcterms:W3CDTF">2026-03-26T17:51:10Z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0x010100F04907BBEDC14A4C8FC97DA96E08BBC5</vt:lpwstr>
  </property>
</Properties>
</file>